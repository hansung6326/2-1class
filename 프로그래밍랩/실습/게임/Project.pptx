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1F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63403E-4F28-0446-6812-185AE7424C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A97008F-6E81-513C-2B98-0CD8D04CDF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EB5B0B-E94E-2656-368E-B7B1F2C64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41AF7-C665-4C14-8AE6-2FCBFD6705DD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7C61FB-BE96-A9FD-7376-019C3A8C3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EA5FBE-6BEA-06C2-F2A0-B222D71E3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C964F-79E6-4594-9308-95A26F6F4A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9952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C002B5-8716-418F-E2FD-B7315555F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73D5B8-9673-4845-D78E-BBC968961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B5D42C-1AEB-E702-7008-16BAE8972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41AF7-C665-4C14-8AE6-2FCBFD6705DD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477764-CD1A-1F9A-AF7B-771F2F3A6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64EE50-A037-58D5-E8FB-C1F0FDBFA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C964F-79E6-4594-9308-95A26F6F4A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4013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320241-33B4-323B-9FA4-12D81BC43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DD9043-9658-C25F-A5AE-65B517C96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80DCDC-9483-2171-904D-807418207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41AF7-C665-4C14-8AE6-2FCBFD6705DD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74243E-8D70-6B09-0212-D13B75713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D9E627-AADE-973E-6B1D-AA77DEA03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C964F-79E6-4594-9308-95A26F6F4A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6328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B570EC-238C-4600-3092-23877E6A5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50B32A-9446-1297-0CF4-7F614BB203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3866B74-6FD7-DC34-652C-8BDE70B513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ED85237-3E15-9CA5-CC4A-CBC022EBA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41AF7-C665-4C14-8AE6-2FCBFD6705DD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B2A6E2-2D12-A8A2-B616-DBCC145AC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D9C5BA-C80F-D62F-701D-0E4389C87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C964F-79E6-4594-9308-95A26F6F4A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6248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1A5F72-3EC5-08E2-BA8E-F8D71EF0B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A75E6C-9A8B-BCF5-2152-E05D10F79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CDBE1A7-C08A-3C1C-0EFA-E5A3A52042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1FBCDF3-A029-6F93-CD2A-4FE5C53BEE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BDD3A2A-FE1F-4AAA-C965-4FC33153B0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0FF3474-0387-3F7F-A591-94E9095DA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41AF7-C665-4C14-8AE6-2FCBFD6705DD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160E70-C0F3-82D3-75C4-D140FFAF4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036248A-A47B-11FC-C161-1A4A82C30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C964F-79E6-4594-9308-95A26F6F4A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0243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C0FC17-E9C4-D879-FDEB-55FAD93C2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BAE34D3-D65E-D39A-A0B5-271D4EDF1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41AF7-C665-4C14-8AE6-2FCBFD6705DD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5BC9A95-2A22-81B0-63EE-A817916D4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87D54DE-2839-407C-0BE8-7C44EE48E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C964F-79E6-4594-9308-95A26F6F4A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8916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5D4DDBF-DB69-1E72-CE1D-5E78658C6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41AF7-C665-4C14-8AE6-2FCBFD6705DD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26D5910-9BE8-157D-E3B5-82E0A7281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8F59CC-1E19-A4C8-1376-F6636BD28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C964F-79E6-4594-9308-95A26F6F4A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1831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79CA79-8803-4D44-1508-1FB2C9C9F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5A1CE4-80C2-C008-81DA-ADBAF24D0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97E515-DACF-F059-5B08-0703719813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9CC514E-5791-7DE7-CCE4-C70F3FB12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41AF7-C665-4C14-8AE6-2FCBFD6705DD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832AE1-DBE6-4242-E756-BF7BBB8A7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3E60F5B-6F09-FB3A-EFA6-B21B4EB6B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C964F-79E6-4594-9308-95A26F6F4A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3949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9428BE-068A-960D-0875-7386D6DF1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15737C0-2337-0057-7386-95B94B8E76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8516D43-55BC-7AB9-F9EF-2BA97F6D43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2E951C5-4B4B-65D7-AFBC-66FE3BBBB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41AF7-C665-4C14-8AE6-2FCBFD6705DD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0B53B0-5A14-2031-695E-AD63D62F2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9080E2-E288-7FED-6885-E377EDEA4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C964F-79E6-4594-9308-95A26F6F4A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714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6F4D15-A467-A180-F1B6-546A5EF28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0802D7A-A447-D744-5ED7-7EC8A77ED2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A9B7DF-A84B-1915-630B-271E62D17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41AF7-C665-4C14-8AE6-2FCBFD6705DD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AE702C-9461-02B6-A38F-29ED09FEC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735134-2829-F0E5-2254-52F7E4A72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C964F-79E6-4594-9308-95A26F6F4A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6690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D600804-82DC-2C3C-E67E-357AC91606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B97E306-1480-75EC-C53D-12AE45B98C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F53B7B-C8C2-A6DD-8F84-979F3EAB9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41AF7-C665-4C14-8AE6-2FCBFD6705DD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F3DD54-84F1-C85B-9A7E-17240E516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013137-45AD-3AA2-CEA1-2C514A9FB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C964F-79E6-4594-9308-95A26F6F4A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4008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763EDA5-5D34-6C70-B416-37007BCB8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53DB68-B1C3-D863-41E8-8F2363A76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051095-31FB-9CA1-912F-171E24E4A4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041AF7-C665-4C14-8AE6-2FCBFD6705DD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1025D5-0F37-DC96-B898-6B5E6D8F76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A8F5D7-513E-0DF5-132B-C939E0A75B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BC964F-79E6-4594-9308-95A26F6F4A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49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97425A-6DD7-34C1-DB35-879E9C237B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/>
              <a:t>[Project: CONNECT]</a:t>
            </a:r>
            <a:endParaRPr lang="ko-KR" altLang="en-US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ECB1FA-143E-EA89-4653-06AFF0E36E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ko-KR" altLang="en-US" sz="3200" b="1" dirty="0"/>
              <a:t>게임 기획서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708DDA-1442-1C79-2E46-D57AC76A5512}"/>
              </a:ext>
            </a:extLst>
          </p:cNvPr>
          <p:cNvSpPr txBox="1"/>
          <p:nvPr/>
        </p:nvSpPr>
        <p:spPr>
          <a:xfrm>
            <a:off x="8905939" y="5799017"/>
            <a:ext cx="2971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dirty="0">
                <a:latin typeface="Noto Serif KR Medium" panose="02020200000000000000" pitchFamily="18" charset="-128"/>
                <a:ea typeface="Noto Serif KR Medium" panose="02020200000000000000" pitchFamily="18" charset="-128"/>
                <a:cs typeface="Sans Serif Collection" panose="020B0502040504020204" pitchFamily="34" charset="0"/>
              </a:rPr>
              <a:t>- </a:t>
            </a:r>
            <a:r>
              <a:rPr lang="ko-KR" altLang="en-US" sz="2000" dirty="0">
                <a:latin typeface="Noto Serif KR Medium" panose="02020200000000000000" pitchFamily="18" charset="-128"/>
                <a:ea typeface="Noto Serif KR Medium" panose="02020200000000000000" pitchFamily="18" charset="-128"/>
                <a:cs typeface="Sans Serif Collection" panose="020B0502040504020204" pitchFamily="34" charset="0"/>
              </a:rPr>
              <a:t>학번</a:t>
            </a:r>
            <a:r>
              <a:rPr lang="en-US" altLang="ko-KR" sz="2000" dirty="0">
                <a:latin typeface="Noto Serif KR Medium" panose="02020200000000000000" pitchFamily="18" charset="-128"/>
                <a:ea typeface="Noto Serif KR Medium" panose="02020200000000000000" pitchFamily="18" charset="-128"/>
                <a:cs typeface="Sans Serif Collection" panose="020B0502040504020204" pitchFamily="34" charset="0"/>
              </a:rPr>
              <a:t>: 2371172</a:t>
            </a:r>
            <a:br>
              <a:rPr lang="en-US" altLang="ko-KR" sz="2000" dirty="0">
                <a:latin typeface="Noto Serif KR Medium" panose="02020200000000000000" pitchFamily="18" charset="-128"/>
                <a:ea typeface="Noto Serif KR Medium" panose="02020200000000000000" pitchFamily="18" charset="-128"/>
                <a:cs typeface="Sans Serif Collection" panose="020B0502040504020204" pitchFamily="34" charset="0"/>
              </a:rPr>
            </a:br>
            <a:r>
              <a:rPr lang="en-US" altLang="ko-KR" sz="2000" dirty="0">
                <a:latin typeface="Noto Serif KR Medium" panose="02020200000000000000" pitchFamily="18" charset="-128"/>
                <a:ea typeface="Noto Serif KR Medium" panose="02020200000000000000" pitchFamily="18" charset="-128"/>
                <a:cs typeface="Sans Serif Collection" panose="020B0502040504020204" pitchFamily="34" charset="0"/>
              </a:rPr>
              <a:t>- </a:t>
            </a:r>
            <a:r>
              <a:rPr lang="ko-KR" altLang="en-US" sz="2000" dirty="0">
                <a:latin typeface="Noto Serif KR Medium" panose="02020200000000000000" pitchFamily="18" charset="-128"/>
                <a:ea typeface="Noto Serif KR Medium" panose="02020200000000000000" pitchFamily="18" charset="-128"/>
                <a:cs typeface="Sans Serif Collection" panose="020B0502040504020204" pitchFamily="34" charset="0"/>
              </a:rPr>
              <a:t>이름</a:t>
            </a:r>
            <a:r>
              <a:rPr lang="en-US" altLang="ko-KR" sz="2000" dirty="0">
                <a:latin typeface="Noto Serif KR Medium" panose="02020200000000000000" pitchFamily="18" charset="-128"/>
                <a:ea typeface="Noto Serif KR Medium" panose="02020200000000000000" pitchFamily="18" charset="-128"/>
                <a:cs typeface="Sans Serif Collection" panose="020B0502040504020204" pitchFamily="34" charset="0"/>
              </a:rPr>
              <a:t>: </a:t>
            </a:r>
            <a:r>
              <a:rPr lang="ko-KR" altLang="en-US" sz="2000" dirty="0">
                <a:latin typeface="Noto Serif KR Medium" panose="02020200000000000000" pitchFamily="18" charset="-128"/>
                <a:ea typeface="Noto Serif KR Medium" panose="02020200000000000000" pitchFamily="18" charset="-128"/>
                <a:cs typeface="Sans Serif Collection" panose="020B0502040504020204" pitchFamily="34" charset="0"/>
              </a:rPr>
              <a:t>안태호</a:t>
            </a:r>
          </a:p>
        </p:txBody>
      </p:sp>
    </p:spTree>
    <p:extLst>
      <p:ext uri="{BB962C8B-B14F-4D97-AF65-F5344CB8AC3E}">
        <p14:creationId xmlns:p14="http://schemas.microsoft.com/office/powerpoint/2010/main" val="2065159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78F5A2-3DD3-C11E-A8BD-4C0EDB51576C}"/>
              </a:ext>
            </a:extLst>
          </p:cNvPr>
          <p:cNvSpPr txBox="1"/>
          <p:nvPr/>
        </p:nvSpPr>
        <p:spPr>
          <a:xfrm>
            <a:off x="2895444" y="305092"/>
            <a:ext cx="64011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/>
              <a:t>데이터  ➡  화면 변환 로직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FC89FF7-24BD-71CA-A806-6792E63D6B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409" y="1222791"/>
            <a:ext cx="11745180" cy="5330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783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A0EB53-8D67-3A38-2146-107F25E64AF8}"/>
              </a:ext>
            </a:extLst>
          </p:cNvPr>
          <p:cNvSpPr txBox="1"/>
          <p:nvPr/>
        </p:nvSpPr>
        <p:spPr>
          <a:xfrm>
            <a:off x="3770684" y="338320"/>
            <a:ext cx="46506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/>
              <a:t>상태 관리 대시보드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97EB60A-883C-5193-569A-A13CCF0D8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3294" y="1149771"/>
            <a:ext cx="6865412" cy="5640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859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031508-6996-0976-1C72-44BB39728813}"/>
              </a:ext>
            </a:extLst>
          </p:cNvPr>
          <p:cNvSpPr txBox="1"/>
          <p:nvPr/>
        </p:nvSpPr>
        <p:spPr>
          <a:xfrm>
            <a:off x="379637" y="249357"/>
            <a:ext cx="81259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/>
              <a:t>핵심 로직 </a:t>
            </a:r>
            <a:r>
              <a:rPr lang="en-US" altLang="ko-KR" sz="4000" b="1" dirty="0"/>
              <a:t>I : </a:t>
            </a:r>
            <a:r>
              <a:rPr lang="ko-KR" altLang="en-US" sz="4000" b="1" dirty="0"/>
              <a:t>초기화 및 렌더링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FAD8DB4-89D4-A7FE-FAEC-4F9D80BF0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123" y="957243"/>
            <a:ext cx="11741753" cy="5473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880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55E01FC-C603-8B00-890B-212DDAA14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843" y="2139053"/>
            <a:ext cx="5562157" cy="257989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5A05229-D752-5AF4-F65A-F37CE39FC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08856"/>
            <a:ext cx="5486230" cy="50753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5AC37E-451A-22DB-0B8B-1F985F31EF6B}"/>
              </a:ext>
            </a:extLst>
          </p:cNvPr>
          <p:cNvSpPr txBox="1"/>
          <p:nvPr/>
        </p:nvSpPr>
        <p:spPr>
          <a:xfrm>
            <a:off x="379637" y="249357"/>
            <a:ext cx="81259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/>
              <a:t>핵심 로직 </a:t>
            </a:r>
            <a:r>
              <a:rPr lang="en-US" altLang="ko-KR" sz="4000" b="1" dirty="0"/>
              <a:t>II : </a:t>
            </a:r>
            <a:r>
              <a:rPr lang="ko-KR" altLang="en-US" sz="4000" b="1" dirty="0"/>
              <a:t>이동 및 충돌 판정</a:t>
            </a:r>
          </a:p>
        </p:txBody>
      </p:sp>
    </p:spTree>
    <p:extLst>
      <p:ext uri="{BB962C8B-B14F-4D97-AF65-F5344CB8AC3E}">
        <p14:creationId xmlns:p14="http://schemas.microsoft.com/office/powerpoint/2010/main" val="926257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15FCDC-CF06-1BA5-EA93-E8E13360DA21}"/>
              </a:ext>
            </a:extLst>
          </p:cNvPr>
          <p:cNvSpPr txBox="1"/>
          <p:nvPr/>
        </p:nvSpPr>
        <p:spPr>
          <a:xfrm>
            <a:off x="379637" y="249357"/>
            <a:ext cx="81259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/>
              <a:t>핵심 로직 </a:t>
            </a:r>
            <a:r>
              <a:rPr lang="en-US" altLang="ko-KR" sz="4000" b="1" dirty="0"/>
              <a:t>III : </a:t>
            </a:r>
            <a:r>
              <a:rPr lang="ko-KR" altLang="en-US" sz="4000" b="1" dirty="0"/>
              <a:t>오브젝트 상호작용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DAF9F71-CE61-DB0D-FC8B-1850B33CE0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27" y="1060224"/>
            <a:ext cx="11895545" cy="5371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168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4974B9-C37D-F487-6018-92F0BD60EC07}"/>
              </a:ext>
            </a:extLst>
          </p:cNvPr>
          <p:cNvSpPr txBox="1"/>
          <p:nvPr/>
        </p:nvSpPr>
        <p:spPr>
          <a:xfrm>
            <a:off x="4199268" y="237083"/>
            <a:ext cx="37934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시스템 실행 흐름도</a:t>
            </a:r>
            <a:endParaRPr lang="ko-KR" altLang="en-US" sz="32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8191EEF-BC21-C90B-6ADF-6B678464D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7356" y="821858"/>
            <a:ext cx="6557070" cy="575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77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EFBC64EA-3210-CB21-EB08-53EC77FE48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952" y="20968"/>
            <a:ext cx="10224095" cy="681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399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DD3D3C-9EA0-2FAB-1486-F481D52CE6A8}"/>
              </a:ext>
            </a:extLst>
          </p:cNvPr>
          <p:cNvSpPr txBox="1"/>
          <p:nvPr/>
        </p:nvSpPr>
        <p:spPr>
          <a:xfrm>
            <a:off x="4361896" y="691215"/>
            <a:ext cx="34682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/>
              <a:t>아키텍처 결론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73F15BA-9AE7-41AE-9EBA-8BB61558A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228" y="1458288"/>
            <a:ext cx="11153544" cy="470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615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50</Words>
  <Application>Microsoft Office PowerPoint</Application>
  <PresentationFormat>와이드스크린</PresentationFormat>
  <Paragraphs>10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Noto Serif KR Medium</vt:lpstr>
      <vt:lpstr>맑은 고딕</vt:lpstr>
      <vt:lpstr>Arial</vt:lpstr>
      <vt:lpstr>Office 테마</vt:lpstr>
      <vt:lpstr>[Project: CONNECT]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안 태호</dc:creator>
  <cp:lastModifiedBy>안 태호</cp:lastModifiedBy>
  <cp:revision>5</cp:revision>
  <dcterms:created xsi:type="dcterms:W3CDTF">2026-05-20T11:49:49Z</dcterms:created>
  <dcterms:modified xsi:type="dcterms:W3CDTF">2026-05-20T12:03:59Z</dcterms:modified>
</cp:coreProperties>
</file>